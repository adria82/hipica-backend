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soy Adrià Bofill y este es mi TFM, Hípica, una aplicación web para gestionar centros hípicos. Voy a contar el problema, la solución, cómo está construida y una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partida: en muchas hípicas la organización diaria vive en hojas de cálculo, papel y grupos de mensajería. Eso hace difícil coordinar clases, reservas y caballos y, sobre todo, tener datos para decidir. El objetivo del proyecto es centralizarlo todo en una herramienta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Hípica es una aplicación web multi-hípica: una sola instalación da servicio a varias hípicas, con los datos aislados. Cada hípica tiene activados solo los módulos que ha contratado, su propia imagen de marca, y toda la interfaz está en catalán, castellano e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del superadministrador. El menú lateral se construye de forma dinámica combinando la marca de la hípica, las licencias activas y el rol del usuario: los módulos no contratados simplemente no aparecen. En la captura, Can Valls tiene activados caballos, usuarios, clases e informes, y desactivadas las reservas.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roles. El superadministrador gestiona todas las hípicas; el administrador de hípica gestiona la suya al completo; el monitor gestiona clases y disponibilidad; y el alumno reserva. En esta entrega los perfiles completamente probados son los dos de administración.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backend está en Python con FastAPI y SQLModel sobre PostgreSQL, con migraciones Alembic. La autenticación es JWT con access y refresh token y contraseñas con bcrypt. El frontend es Vue 3 con TypeScript y Vuetify. Todo se levanta en local con Docker Compose y en la nube con Firebase, Render y Neon.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versión pública tiene tres piezas: el frontend en Firebase Hosting, la API FastAPI en Render dentro de un contenedor Docker, y PostgreSQL en Neon. En local, docker-compose levanta la API y la base de datos y carga los datos de prueba la primera vez. Además hay un servidor MCP que permite a un asistente de IA consultar y gestionar los datos. Aviso: Render en plan gratuito se duerme tras unos 15 minutos sin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gira alrededor de Stable, la hípica. Diez entidades llevan stable_id y el backend filtra siempre por la hípica del usuario autenticado; así se garantiza el aislamiento de datos. Los niveles son globales y los gestiona el superadministrador.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Gestión de instalaciones: altas, bajas y edición de caballos, boxes y pistas, con búsqueda y exportación a Excel. Un ejemplo de regla de negocio: un box tiene capacidad máxima y la API rechaza asignar un caballo si está lleno, indicando qué caballos lo ocupan.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clases se ven en un calendario semanal o mensual. Cada clase tiene pista, instructor, ayudante, aforo y las parejas alumno-caballo. Con las clases recurrentes se define una plantilla (día, horario y rango de fechas) y se generan todas; al modificar una serie la app avisa de las clases afectadas.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alumno ve las clases disponibles y se inscribe en una o en varias a la vez. La API valida que la clase esté publicada, que no haya empezado ni esté llena y que no haya duplicados. Puede cancelar hasta un plazo que configura cada hípica. El personal marca asistencia, o se puede activar la asistencia automática al terminar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de informes resume la actividad de un rango de fechas: horas y clases por instructor, ayudante, alumno, caballo y pista. Al pulsar una fila se ven las clases concretas. Hay gráficas de los caballos y personas con más horas y de la distribución por día de la semana, y todo se puede exportar a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seguridad: JWT con access token corto y refresh token largo, contraseñas con bcrypt, cada endpoint protegido por rol con require_role y rutas del frontend con guards. Y lo más importante para una plataforma multi-hípica: todas las consultas se filtran por el stable_id del usuario autenticado.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cifras: 70 endpoints REST documentados automáticamente con OpenAPI, 21 tests de integración que corren sobre SQLite en memoria, 21 herramientas MCP y tres idiomas. Además migraciones con Alembic, datos de demostración automáticos y documentación de endpoints y funcionalidades en la carpeta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se ha desarrollado con Claude Code. Definí agentes especializados por capa, skills para generar endpoints y vistas siguiendo siempre la misma estructura, y un CLAUDE.md con las reglas que no se pueden saltar, como filtrar siempre por stable_id o no dejar texto sin traducir. Con MCP el asistente podía consultar la base de datos y probar la API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está desplegada y se puede probar con estos dos usuarios. Si es el primer acceso del día, el backend tarda alrededor de un minuto en despertar. Aquí paso a la demo en directo: login como administrador de hípica, caballos, calendario de clases e informes; después superadministrador y licencias.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siguientes pasos: terminar en la interfaz los perfiles de monitor y alumno, que ya están en el modelo de permisos; permitir que el monitor cree sus clases; y, como mejoras de producto, avisos por email y el módulo de Facturación, que ya existe como licencia (BILLING) pero aún sin funcionalidad, para cobrar clases y bonos.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por la atención. Todo el código está en GitHub, rama bigschool, y la aplicación se puede probar en línea con los usuarios de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Trabajo Fin de Máster Hípica Plataforma web multi-hípica para gestionar caballos, boxes, pistas, clases, reservas e informes Adrià Bofill Octubre 202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Motivación Gestionar una hípica sigue siendo muy manual  Horarios dispersos Clases, pistas y monitores repartidos entre hojas de cálculo, papel y mensajería.  Reservas a mano Altas, cancelaciones y asistencia se gestionan una a una.  Sin visión de conjunto Cuesta saber cuántas horas trabaja cada caballo, instructor o pista. Objetivo: una herramienta única, sencilla y adaptada a cada hípica. Hípica · TFM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La solución Una sola plataforma, muchas hípicas  Multi-hípica Una instalación para todas; cada hípica ve solo sus datos.  Licencias por módulo Caballos, usuarios, clases, reservas e informes se activan por hípica.  Marca propia Logo, colores y menú personalizados para cada cliente.  Tres idiomas Catalán, castellano e inglés, incluidos los errores de la API. Hípica · TFM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La aplicación Un menú que cambia según rol y licencias Administración Hípicas, niveles y licencias: solo el superadministrador. Operativa Solo los módulos que la hípica tiene contratados. Mi espacio Perfil, datos personales y avatar de cada usuario. Hípica · TFM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Usuarios Cuatro roles, cuatro niveles de acceso Rol Perfil Qué puede hacer app_admin Superadministrador Todas las hípicas: altas, licencias y niveles stable_admin Administrador Toda su hípica: caballos, clases, usuarios, informes monitor Monitor Gestiona clases y registra su disponibilidad client Alumno Reserva y cancela clases, consulta su historial En esta entrega están implementados y probados el superadministrador y el administrador de hípica . Monitor y alumno están definidos en el modelo de permisos y las reservas del alumno ya están en la API. Hípica · TFM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Tecnología Stack tecnológico Backend FastAPI + SQLModel Python 3.10, SQLAlchemy 2.0, Pydantic Base de datos PostgreSQL 15 Migraciones con Alembic Autenticación JWT + bcrypt Access 15 min, refresh 7 días Frontend Vue 3 + TypeScript Vuetify 3, Vite, vue-i18n, ApexCharts Infraestructura Docker Compose Firebase Hosting, Render, Neon Calidad pytest + Swagger Tests con SQLite en memoria, OpenAPI Hípica · TFM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Arquitectura Despliegue en tres capas  Frontend Firebase Hosting SPA Vue 3 + Vuetify HTTPS + JWT  API REST Render FastAPI en contenedor Docker SQLAlchemy  Base de datos Neon PostgreSQL gestionado  En local: docker-compose levanta api + db y carga datos de prueba  Servidor MCP: Claude consulta y gestiona la hípica con 21 herramientas Hípica · TFM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Modelo de datos Todo cuelga de la hípica  Stable La hípica: el inquilino de la plataforma stable_id User Horse Box Track Lesson LessonRecurrence Booking MonitorAvailability StableFeature StableConfig Globales: Level, con el nombre en ca/es/en. Enlaces: clase–caballo, clase–usuario y caballo–nivel. Perfiles ampliados de alumno y monitor. Hípica · TFM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Funcionalidades · Instalaciones Caballos, boxes y pistas Caballos Nombre, box y niveles aptos. Boxes y pistas Con capacidad máxima; las pistas se usan en clases e informes. Validación de capacidad No se asigna un caballo a un box lleno; el error dice quién lo ocupa. Hípica · TFM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Funcionalidades · Clases Calendario y clases recurrentes Cada clase Horario, pista, instructor, ayudante, aforo y parejas alumno–caballo. Recurrentes Una plantilla genera todo el periodo; los cambios van a la serie o a una clase. Publicación Solo las clases publicadas se pueden reservar. Hípica · TFM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Funcionalidades · Reservas Del alta a la asistencia Estados de una reserva Reservado Asistió No asistió Cancelado Asistencia automática opcional al terminar la clase. Reglas al reservar Solo clases publicadas Ni empezadas ni llenas Sin reservas duplicadas Reserva múltiple en un solo paso Cancelación hasta X horas antes, configurable por hípica Hípica · TFM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Funcionalidades · Informes Datos para decidir 5 resúmenes: instructor, ayudante, alumno, caballo y pista 3 gráficas con ApexCharts y detalle por fila .xlsx exportación a Excel de listados e informes Hípica · TFM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Seguridad Cada usuario ve solo lo suyo  JWT con refresh Access de 15 min y refresh de 7 días: la sesión se renueva sola.  Contraseñas con bcrypt Nunca se guardan en claro.  Permisos por rol require_role en la API y guards de ruta en el frontend.  Aislamiento multi-hípica Toda consulta se filtra por el stable_id del usuario. Hípica · TFM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Calidad El proyecto en cifras 70 endpoints REST documentados en Swagger 21 tests de integración con pytest 21 herramientas en el servidor MCP 3 idiomas en interfaz y errores de la API Migraciones Alembic Datos demo automáticos SQLite en memoria para tests Docs de API y features Separación ORM / schemas Hípica · TFM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Metodología Desarrollo asistido por IA con Claude Code 10 agentes especializados Backend, frontend, base de datos, tests, documentación y git. 4 skills propias /new-endpoint, /new-view, /run-tests y /docker. CLAUDE.md como contrato Convenciones obligatorias: response_model, roles, stable_id, i18n. MCP en el día a día Consultas a PostgreSQL y pruebas de la API desde el asistente. Hípica · TFM 1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Demo Pruébalo en línea Aplicación hipica-bigschool.web.app API · Swagger hipica-backend.onrender.com/docs Perfil Email Contraseña Superadministrador abe@hipica.com qwerty Administrador de hípica toni@canvalls.es admin123 El backend está en el plan gratuito de Render: el primer acceso puede tardar alrededor de un minuto mientras arranca. Hípica · TFM 1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Próximos pasos Hacia dónde puede crecer 01 Completar en la interfaz los perfiles de monitor y alumno 02 Que cada monitor cree y gestione sus propias clases 03 Avisos por email de reservas, cancelaciones y cambios de clase 04 Módulo de Facturación (BILLING), ya previsto en las licencias: cobro de clases y bonos Hípica · TFM 1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Hípica · Trabajo Fin de Máster Gracias ¿Preguntas? Código github.com/Adria82/hipica-backend Aplicación hipica-bigschool.web.app Autor Adrià Bofil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Hípica — Gestión de hípicas (TFM)</dc:title>
  <dc:subject/>
  <dc:creator/>
  <cp:lastModifiedBy/>
  <cp:revision>1</cp:revision>
  <dcterms:created xsi:type="dcterms:W3CDTF">2026-10-19T08:20:13Z</dcterms:created>
  <dcterms:modified xsi:type="dcterms:W3CDTF">2026-10-19T08:20:13Z</dcterms:modified>
</cp:coreProperties>
</file>